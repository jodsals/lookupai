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15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387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324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35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52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993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51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28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5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230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68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62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10098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43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08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970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830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741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5450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LookUpAI</a:t>
            </a:r>
            <a:r>
              <a:rPr dirty="0"/>
              <a:t> – KI-</a:t>
            </a:r>
            <a:r>
              <a:rPr dirty="0" err="1"/>
              <a:t>basierte</a:t>
            </a:r>
            <a:r>
              <a:rPr lang="de-DE" dirty="0"/>
              <a:t> </a:t>
            </a:r>
            <a:r>
              <a:rPr dirty="0" err="1"/>
              <a:t>Personenrecherche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dirty="0" err="1">
                <a:solidFill>
                  <a:schemeClr val="tx1"/>
                </a:solidFill>
              </a:rPr>
              <a:t>Projektvorstellung</a:t>
            </a:r>
            <a:r>
              <a:rPr dirty="0">
                <a:solidFill>
                  <a:schemeClr val="tx1"/>
                </a:solidFill>
              </a:rPr>
              <a:t> &amp; </a:t>
            </a:r>
            <a:r>
              <a:rPr dirty="0" err="1">
                <a:solidFill>
                  <a:schemeClr val="tx1"/>
                </a:solidFill>
              </a:rPr>
              <a:t>Technologieplan</a:t>
            </a: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HAW Hamburg – Milestone 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Team &amp; Rollen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defRPr sz="1800"/>
            </a:pPr>
            <a:r>
              <a:rPr lang="de-DE" sz="1800" dirty="0"/>
              <a:t>System Design &amp; Architektur (Entwurf der Systemarchitektur, API-Struktur und Datenflussplanung): Ahmad Kalaf, Jeff Sammy </a:t>
            </a:r>
            <a:r>
              <a:rPr lang="de-DE" sz="1800" dirty="0" err="1"/>
              <a:t>Amevor</a:t>
            </a:r>
            <a:endParaRPr lang="de-DE" sz="1800" dirty="0"/>
          </a:p>
          <a:p>
            <a:pPr>
              <a:defRPr sz="1800"/>
            </a:pPr>
            <a:r>
              <a:rPr lang="de-DE" sz="1800" dirty="0" err="1"/>
              <a:t>Requirement</a:t>
            </a:r>
            <a:r>
              <a:rPr lang="de-DE" sz="1800" dirty="0"/>
              <a:t> Engineering (Sammlung und Analyse der Anforderungen, Spezifikation der Systemfunktionen): Afrane Kwame Berquin, Kehan Majeed</a:t>
            </a:r>
          </a:p>
          <a:p>
            <a:pPr>
              <a:defRPr sz="1800"/>
            </a:pPr>
            <a:r>
              <a:rPr lang="de-DE" sz="1800" dirty="0"/>
              <a:t>Frontend (UI &amp; </a:t>
            </a:r>
            <a:r>
              <a:rPr lang="de-DE" sz="1800" dirty="0" err="1"/>
              <a:t>Graphical</a:t>
            </a:r>
            <a:r>
              <a:rPr lang="de-DE" sz="1800" dirty="0"/>
              <a:t> </a:t>
            </a:r>
            <a:r>
              <a:rPr lang="de-DE" sz="1800" dirty="0" err="1"/>
              <a:t>Visualization</a:t>
            </a:r>
            <a:r>
              <a:rPr lang="de-DE" sz="1800" dirty="0"/>
              <a:t>, Gestaltung und Umsetzung der Benutzeroberfläche, visuelle Darstellung der Ergebnisse): Mubarak Ahmad, Kehan Majeed</a:t>
            </a:r>
          </a:p>
          <a:p>
            <a:pPr>
              <a:defRPr sz="1800"/>
            </a:pPr>
            <a:r>
              <a:rPr lang="de-DE" dirty="0" err="1"/>
              <a:t>Product</a:t>
            </a:r>
            <a:r>
              <a:rPr lang="de-DE" dirty="0"/>
              <a:t> </a:t>
            </a:r>
            <a:r>
              <a:rPr lang="de-DE" dirty="0" err="1"/>
              <a:t>Owner</a:t>
            </a:r>
            <a:r>
              <a:rPr lang="de-DE" dirty="0"/>
              <a:t> (</a:t>
            </a:r>
            <a:r>
              <a:rPr lang="de-DE" sz="1800" dirty="0"/>
              <a:t>Gesamtkoordination, Zieldefinition, Priorisierung der Anforderungen): Afrane Kwame Berquin</a:t>
            </a:r>
          </a:p>
          <a:p>
            <a:pPr>
              <a:defRPr sz="1800"/>
            </a:pPr>
            <a:r>
              <a:rPr lang="de-DE" sz="1800" dirty="0"/>
              <a:t>Backend (Datenanalyse &amp; KI-Logik, Implementierung der Backend-Logik, Datenverarbeitung, KI-Modelle und Schnittstellen): Ahmad Kalaf, Mubarak Ahmad, Jeff Sammy </a:t>
            </a:r>
            <a:r>
              <a:rPr lang="de-DE" sz="1800" dirty="0" err="1"/>
              <a:t>Amevor</a:t>
            </a:r>
            <a:endParaRPr lang="de-DE" sz="1800" dirty="0"/>
          </a:p>
          <a:p>
            <a:pPr>
              <a:defRPr sz="1800"/>
            </a:pPr>
            <a:r>
              <a:rPr lang="de-DE" sz="1800" dirty="0" err="1"/>
              <a:t>Continuous</a:t>
            </a:r>
            <a:r>
              <a:rPr lang="de-DE" sz="1800" dirty="0"/>
              <a:t> Integration &amp; </a:t>
            </a:r>
            <a:r>
              <a:rPr lang="de-DE" sz="1800" dirty="0" err="1"/>
              <a:t>Testing</a:t>
            </a:r>
            <a:r>
              <a:rPr lang="de-DE" sz="1800" dirty="0"/>
              <a:t> (Versionskontrolle, Testautomatisierung, </a:t>
            </a:r>
            <a:r>
              <a:rPr lang="de-DE" sz="1800" dirty="0" err="1"/>
              <a:t>Deployment</a:t>
            </a:r>
            <a:r>
              <a:rPr lang="de-DE" sz="1800" dirty="0"/>
              <a:t> und Qualitätssicherung): Jeff Sammy </a:t>
            </a:r>
            <a:r>
              <a:rPr lang="de-DE" sz="1800" dirty="0" err="1"/>
              <a:t>Amevor</a:t>
            </a:r>
            <a:r>
              <a:rPr lang="de-DE" sz="1800" dirty="0"/>
              <a:t>, Kehan Majeed 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Projektidee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pPr>
              <a:defRPr sz="1800"/>
            </a:pPr>
            <a:r>
              <a:rPr dirty="0"/>
              <a:t>Ziel: </a:t>
            </a:r>
            <a:r>
              <a:rPr dirty="0" err="1"/>
              <a:t>Automatisierte</a:t>
            </a:r>
            <a:r>
              <a:rPr dirty="0"/>
              <a:t> </a:t>
            </a:r>
            <a:r>
              <a:rPr dirty="0" err="1"/>
              <a:t>Erstellung</a:t>
            </a:r>
            <a:r>
              <a:rPr dirty="0"/>
              <a:t> </a:t>
            </a:r>
            <a:r>
              <a:rPr dirty="0" err="1"/>
              <a:t>geprüfter</a:t>
            </a:r>
            <a:r>
              <a:rPr dirty="0"/>
              <a:t> </a:t>
            </a:r>
            <a:r>
              <a:rPr dirty="0" err="1"/>
              <a:t>Kurzbiografien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Geschäftspersonen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Problem: </a:t>
            </a:r>
            <a:r>
              <a:rPr dirty="0" err="1"/>
              <a:t>Im</a:t>
            </a:r>
            <a:r>
              <a:rPr dirty="0"/>
              <a:t> Internet </a:t>
            </a:r>
            <a:r>
              <a:rPr dirty="0" err="1"/>
              <a:t>kursieren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</a:t>
            </a:r>
            <a:r>
              <a:rPr dirty="0" err="1"/>
              <a:t>unzuverlässige</a:t>
            </a:r>
            <a:r>
              <a:rPr dirty="0"/>
              <a:t> </a:t>
            </a:r>
            <a:r>
              <a:rPr dirty="0" err="1"/>
              <a:t>Informationen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Personen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 err="1"/>
              <a:t>Lösung</a:t>
            </a:r>
            <a:r>
              <a:rPr dirty="0"/>
              <a:t>: </a:t>
            </a:r>
            <a:r>
              <a:rPr dirty="0" err="1"/>
              <a:t>LookUpAI</a:t>
            </a:r>
            <a:r>
              <a:rPr dirty="0"/>
              <a:t> </a:t>
            </a:r>
            <a:r>
              <a:rPr dirty="0" err="1"/>
              <a:t>durchsucht</a:t>
            </a:r>
            <a:r>
              <a:rPr dirty="0"/>
              <a:t>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lang="de-DE" dirty="0"/>
              <a:t> (</a:t>
            </a:r>
            <a:r>
              <a:rPr lang="de-DE" sz="1800" dirty="0"/>
              <a:t>Handelsregister, Firmenwebseiten, Google-Ergebnisse</a:t>
            </a:r>
            <a:r>
              <a:rPr lang="de-DE" dirty="0"/>
              <a:t>)</a:t>
            </a:r>
            <a:r>
              <a:rPr dirty="0"/>
              <a:t>, </a:t>
            </a:r>
            <a:r>
              <a:rPr dirty="0" err="1"/>
              <a:t>bewertet</a:t>
            </a:r>
            <a:r>
              <a:rPr dirty="0"/>
              <a:t> </a:t>
            </a:r>
            <a:r>
              <a:rPr dirty="0" err="1"/>
              <a:t>deren</a:t>
            </a:r>
            <a:r>
              <a:rPr dirty="0"/>
              <a:t> </a:t>
            </a:r>
            <a:r>
              <a:rPr dirty="0" err="1"/>
              <a:t>Glaubwürdigkeit</a:t>
            </a:r>
            <a:r>
              <a:rPr dirty="0"/>
              <a:t> und </a:t>
            </a:r>
            <a:r>
              <a:rPr dirty="0" err="1"/>
              <a:t>erstellt</a:t>
            </a:r>
            <a:r>
              <a:rPr dirty="0"/>
              <a:t> </a:t>
            </a:r>
            <a:r>
              <a:rPr dirty="0" err="1"/>
              <a:t>strukturierte</a:t>
            </a:r>
            <a:r>
              <a:rPr dirty="0"/>
              <a:t> Fact Sheets (z. B. PDF).</a:t>
            </a:r>
          </a:p>
          <a:p>
            <a:pPr>
              <a:defRPr sz="1800"/>
            </a:pPr>
            <a:r>
              <a:rPr dirty="0" err="1"/>
              <a:t>Einsatzgebiet</a:t>
            </a:r>
            <a:r>
              <a:rPr dirty="0"/>
              <a:t>: </a:t>
            </a:r>
            <a:r>
              <a:rPr dirty="0" err="1"/>
              <a:t>Vertriebs</a:t>
            </a:r>
            <a:r>
              <a:rPr dirty="0"/>
              <a:t>- und Research-</a:t>
            </a:r>
            <a:r>
              <a:rPr dirty="0" err="1"/>
              <a:t>Abteilungen</a:t>
            </a:r>
            <a:r>
              <a:rPr dirty="0"/>
              <a:t>, Recruiting</a:t>
            </a:r>
            <a:r>
              <a:rPr lang="de-DE" dirty="0"/>
              <a:t> </a:t>
            </a:r>
            <a:r>
              <a:rPr lang="de-DE" dirty="0" err="1"/>
              <a:t>usw</a:t>
            </a:r>
            <a:r>
              <a:rPr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Zielgruppe &amp; Nutzen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1800"/>
            </a:pPr>
            <a:r>
              <a:rPr dirty="0" err="1"/>
              <a:t>Unternehmen</a:t>
            </a:r>
            <a:r>
              <a:rPr dirty="0"/>
              <a:t>, die schnell </a:t>
            </a:r>
            <a:r>
              <a:rPr dirty="0" err="1"/>
              <a:t>verlässliche</a:t>
            </a:r>
            <a:r>
              <a:rPr dirty="0"/>
              <a:t> Hintergrundinformationen </a:t>
            </a:r>
            <a:r>
              <a:rPr dirty="0" err="1"/>
              <a:t>benötigen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Recruiter und </a:t>
            </a:r>
            <a:r>
              <a:rPr dirty="0" err="1"/>
              <a:t>Analysten</a:t>
            </a:r>
            <a:r>
              <a:rPr dirty="0"/>
              <a:t>, die </a:t>
            </a:r>
            <a:r>
              <a:rPr dirty="0" err="1"/>
              <a:t>Personenprofile</a:t>
            </a:r>
            <a:r>
              <a:rPr dirty="0"/>
              <a:t> </a:t>
            </a:r>
            <a:r>
              <a:rPr dirty="0" err="1"/>
              <a:t>prüfen</a:t>
            </a:r>
            <a:r>
              <a:rPr dirty="0"/>
              <a:t> </a:t>
            </a:r>
            <a:r>
              <a:rPr dirty="0" err="1"/>
              <a:t>müssen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 err="1"/>
              <a:t>Studierende</a:t>
            </a:r>
            <a:r>
              <a:rPr dirty="0"/>
              <a:t> und </a:t>
            </a:r>
            <a:r>
              <a:rPr dirty="0" err="1"/>
              <a:t>Journalisten</a:t>
            </a:r>
            <a:r>
              <a:rPr dirty="0"/>
              <a:t> für </a:t>
            </a:r>
            <a:r>
              <a:rPr dirty="0" err="1"/>
              <a:t>Recherchezwecke</a:t>
            </a:r>
            <a:r>
              <a:rPr dirty="0"/>
              <a:t>.</a:t>
            </a:r>
            <a:endParaRPr lang="de-DE" dirty="0"/>
          </a:p>
          <a:p>
            <a:pPr>
              <a:defRPr sz="1800"/>
            </a:pPr>
            <a:r>
              <a:rPr lang="de-DE" dirty="0"/>
              <a:t>Allgemein Menschen, die sich über den Hintergrund (Lebenslauf) einer anderen Person informieren möchten</a:t>
            </a:r>
            <a:endParaRPr dirty="0"/>
          </a:p>
          <a:p>
            <a:pPr marL="0" indent="0">
              <a:buNone/>
              <a:defRPr sz="1800"/>
            </a:pPr>
            <a:r>
              <a:rPr dirty="0"/>
              <a:t>→ </a:t>
            </a:r>
            <a:r>
              <a:rPr sz="2000" dirty="0" err="1"/>
              <a:t>Zeitersparnis</a:t>
            </a:r>
            <a:r>
              <a:rPr sz="2000" dirty="0"/>
              <a:t>, </a:t>
            </a:r>
            <a:r>
              <a:rPr sz="2000" dirty="0" err="1"/>
              <a:t>Transparenz</a:t>
            </a:r>
            <a:r>
              <a:rPr sz="2000" dirty="0"/>
              <a:t>, </a:t>
            </a:r>
            <a:r>
              <a:rPr sz="2000" dirty="0" err="1"/>
              <a:t>faktenbasierte</a:t>
            </a:r>
            <a:r>
              <a:rPr sz="2000" dirty="0"/>
              <a:t> </a:t>
            </a:r>
            <a:r>
              <a:rPr sz="2000" dirty="0" err="1"/>
              <a:t>Entscheidungen</a:t>
            </a:r>
            <a:r>
              <a:rPr sz="2000"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215395"/>
            <a:ext cx="7429499" cy="1478570"/>
          </a:xfrm>
        </p:spPr>
        <p:txBody>
          <a:bodyPr/>
          <a:lstStyle/>
          <a:p>
            <a:r>
              <a:rPr dirty="0" err="1"/>
              <a:t>Projektplan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1600200"/>
            <a:ext cx="7830740" cy="480060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  <a:defRPr sz="1800"/>
            </a:pPr>
            <a:r>
              <a:rPr lang="de-DE" dirty="0"/>
              <a:t>1. </a:t>
            </a:r>
            <a:r>
              <a:rPr dirty="0"/>
              <a:t>Milestone 1 – </a:t>
            </a:r>
            <a:r>
              <a:rPr lang="de-DE" dirty="0"/>
              <a:t>Projektplan und Technologie </a:t>
            </a:r>
            <a:endParaRPr dirty="0"/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 </a:t>
            </a:r>
            <a:r>
              <a:rPr lang="de-DE" dirty="0"/>
              <a:t>Tech Stack festlegen</a:t>
            </a:r>
            <a:r>
              <a:rPr dirty="0"/>
              <a:t> (Python, </a:t>
            </a:r>
            <a:r>
              <a:rPr dirty="0" err="1"/>
              <a:t>FastAPI</a:t>
            </a:r>
            <a:r>
              <a:rPr dirty="0"/>
              <a:t>, Playwright, </a:t>
            </a:r>
            <a:r>
              <a:rPr dirty="0" err="1"/>
              <a:t>WeasyPrint</a:t>
            </a:r>
            <a:r>
              <a:rPr dirty="0"/>
              <a:t>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 </a:t>
            </a:r>
            <a:r>
              <a:rPr lang="de-DE" dirty="0"/>
              <a:t>Projektstruktur und Verantwortlichkeiten festlegen</a:t>
            </a:r>
            <a:endParaRPr dirty="0"/>
          </a:p>
          <a:p>
            <a:pPr marL="0" indent="0">
              <a:buNone/>
              <a:defRPr sz="1800"/>
            </a:pPr>
            <a:r>
              <a:rPr lang="de-DE" dirty="0"/>
              <a:t>2. </a:t>
            </a:r>
            <a:r>
              <a:rPr dirty="0"/>
              <a:t>Milestone 2 – </a:t>
            </a:r>
            <a:r>
              <a:rPr lang="de-DE" dirty="0"/>
              <a:t>erster Prototyp</a:t>
            </a:r>
            <a:endParaRPr dirty="0"/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 CSV-Upload und Validierung implementieren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Einfaches </a:t>
            </a:r>
            <a:r>
              <a:rPr lang="de-DE" dirty="0" err="1"/>
              <a:t>Scraping</a:t>
            </a:r>
            <a:r>
              <a:rPr lang="de-DE" dirty="0"/>
              <a:t> (1–2 Quellen pro Person)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Regelbasierte Informationsextraktion (Name, Firma, Rolle)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Erste PDF-Generierung mit </a:t>
            </a:r>
            <a:r>
              <a:rPr lang="de-DE" dirty="0" err="1"/>
              <a:t>WeasyPrintUnit</a:t>
            </a:r>
            <a:r>
              <a:rPr lang="de-DE" dirty="0"/>
              <a:t>- und API-Tests mit </a:t>
            </a:r>
            <a:r>
              <a:rPr lang="de-DE" dirty="0" err="1"/>
              <a:t>pytest</a:t>
            </a:r>
            <a:endParaRPr dirty="0"/>
          </a:p>
          <a:p>
            <a:pPr marL="0" indent="0">
              <a:buNone/>
              <a:defRPr sz="1800"/>
            </a:pPr>
            <a:r>
              <a:rPr lang="de-DE" dirty="0"/>
              <a:t>3. </a:t>
            </a:r>
            <a:r>
              <a:rPr dirty="0"/>
              <a:t>Milestone 3 –</a:t>
            </a:r>
            <a:r>
              <a:rPr lang="de-DE" dirty="0"/>
              <a:t> zweiter Prototyp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Erweiterung der Pipeline um mehrere Quellen 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Einführung einer einfachen Bewertung von Quellen (Confidence Score)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Datenbank-Anbindung (PostgreSQL für Fakten und Rohdaten)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Vorbereitung auf LLM-Integration in späteren Prototypen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17986"/>
            <a:ext cx="7429499" cy="848391"/>
          </a:xfrm>
        </p:spPr>
        <p:txBody>
          <a:bodyPr/>
          <a:lstStyle/>
          <a:p>
            <a:r>
              <a:rPr dirty="0" err="1"/>
              <a:t>Technologieübersicht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394" y="894736"/>
            <a:ext cx="7713406" cy="5845278"/>
          </a:xfrm>
        </p:spPr>
        <p:txBody>
          <a:bodyPr>
            <a:normAutofit fontScale="4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Python 3.11+</a:t>
            </a:r>
          </a:p>
          <a:p>
            <a:pPr marL="0" indent="0">
              <a:buNone/>
            </a:pPr>
            <a:r>
              <a:rPr lang="de-DE" dirty="0"/>
              <a:t>	Hauptsprache – ideal für KI, Datenverarbeitung &amp; Web </a:t>
            </a:r>
            <a:r>
              <a:rPr lang="de-DE" dirty="0" err="1"/>
              <a:t>Scraping</a:t>
            </a:r>
            <a:r>
              <a:rPr lang="de-DE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 err="1"/>
              <a:t>FastAPI</a:t>
            </a:r>
            <a:r>
              <a:rPr lang="de-DE" dirty="0"/>
              <a:t> (Backend &amp; REST-API)</a:t>
            </a:r>
          </a:p>
          <a:p>
            <a:pPr marL="0" indent="0">
              <a:buNone/>
            </a:pPr>
            <a:r>
              <a:rPr lang="de-DE" dirty="0"/>
              <a:t>	Zentrale Schnittstelle: nimmt Eingaben entgegen &amp; steuert Verarbeitung.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n8n (Workflow-Automatisierung &amp; Orchestrierung) </a:t>
            </a:r>
          </a:p>
          <a:p>
            <a:pPr marL="0" indent="0">
              <a:buNone/>
            </a:pPr>
            <a:r>
              <a:rPr lang="de-DE" dirty="0"/>
              <a:t>	Steuert und verknüpft alle Prozess-Schritte (</a:t>
            </a:r>
            <a:r>
              <a:rPr lang="de-DE" dirty="0" err="1"/>
              <a:t>Scraping</a:t>
            </a:r>
            <a:r>
              <a:rPr lang="de-DE" dirty="0"/>
              <a:t> → Extraktion → Speicherung → PDF). </a:t>
            </a:r>
          </a:p>
          <a:p>
            <a:pPr marL="0" indent="0">
              <a:buNone/>
            </a:pPr>
            <a:r>
              <a:rPr lang="de-DE" dirty="0"/>
              <a:t>	Kann </a:t>
            </a:r>
            <a:r>
              <a:rPr lang="de-DE" dirty="0" err="1"/>
              <a:t>FastAPI</a:t>
            </a:r>
            <a:r>
              <a:rPr lang="de-DE" dirty="0"/>
              <a:t>, </a:t>
            </a:r>
            <a:r>
              <a:rPr lang="de-DE" dirty="0" err="1"/>
              <a:t>Playwright</a:t>
            </a:r>
            <a:r>
              <a:rPr lang="de-DE" dirty="0"/>
              <a:t>/</a:t>
            </a:r>
            <a:r>
              <a:rPr lang="de-DE" dirty="0" err="1"/>
              <a:t>BeautifulSoup</a:t>
            </a:r>
            <a:r>
              <a:rPr lang="de-DE" dirty="0"/>
              <a:t> und manuelle Skripte automatisieren bzw. auslösen.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 err="1"/>
              <a:t>Playwright</a:t>
            </a:r>
            <a:r>
              <a:rPr lang="de-DE" dirty="0"/>
              <a:t> + </a:t>
            </a:r>
            <a:r>
              <a:rPr lang="de-DE" dirty="0" err="1"/>
              <a:t>BeautifulSoup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dirty="0" err="1"/>
              <a:t>Playwright</a:t>
            </a:r>
            <a:r>
              <a:rPr lang="de-DE" dirty="0"/>
              <a:t> lädt Webseiten automatisiert,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dirty="0" err="1"/>
              <a:t>BeautifulSoup</a:t>
            </a:r>
            <a:r>
              <a:rPr lang="de-DE" dirty="0"/>
              <a:t> filtert &amp; extrahiert relevante Inhalte.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Information </a:t>
            </a:r>
            <a:r>
              <a:rPr lang="de-DE" dirty="0" err="1"/>
              <a:t>Extraction</a:t>
            </a:r>
            <a:r>
              <a:rPr lang="de-DE" dirty="0"/>
              <a:t> (IE)</a:t>
            </a:r>
          </a:p>
          <a:p>
            <a:pPr marL="0" indent="0">
              <a:buNone/>
            </a:pPr>
            <a:r>
              <a:rPr lang="de-DE" dirty="0"/>
              <a:t>	Anfangs </a:t>
            </a:r>
            <a:r>
              <a:rPr lang="de-DE" dirty="0" err="1"/>
              <a:t>Regex</a:t>
            </a:r>
            <a:r>
              <a:rPr lang="de-DE" dirty="0"/>
              <a:t>-Regeln, später KI-Modelle für komplexere Fakten.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PostgreSQL + </a:t>
            </a:r>
            <a:r>
              <a:rPr lang="de-DE" dirty="0" err="1"/>
              <a:t>SQLAlchemy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	Speicherung strukturierter Fakten &amp; Quellen in der Datenbank.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 err="1"/>
              <a:t>WeasyPrint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	Erstellt automatisch formatierte PDF-Fact-Sheets aus HTML-Vorlagen.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 err="1"/>
              <a:t>pytest</a:t>
            </a:r>
            <a:r>
              <a:rPr lang="de-DE" dirty="0"/>
              <a:t>, </a:t>
            </a:r>
            <a:r>
              <a:rPr lang="de-DE" dirty="0" err="1"/>
              <a:t>black</a:t>
            </a:r>
            <a:r>
              <a:rPr lang="de-DE" dirty="0"/>
              <a:t>, </a:t>
            </a:r>
            <a:r>
              <a:rPr lang="de-DE" dirty="0" err="1"/>
              <a:t>ruff</a:t>
            </a:r>
            <a:r>
              <a:rPr lang="de-DE" dirty="0"/>
              <a:t>, GitHub</a:t>
            </a:r>
          </a:p>
          <a:p>
            <a:pPr marL="0" indent="0">
              <a:buNone/>
            </a:pPr>
            <a:r>
              <a:rPr lang="de-DE" dirty="0"/>
              <a:t>	Tests, Code-Qualität &amp; Team-Kollaboration bzw. Versionskontrolle.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Datenfluss (Beispiel)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1. </a:t>
            </a:r>
            <a:r>
              <a:rPr dirty="0" err="1"/>
              <a:t>Benutzer</a:t>
            </a:r>
            <a:r>
              <a:rPr dirty="0"/>
              <a:t> </a:t>
            </a:r>
            <a:r>
              <a:rPr dirty="0" err="1"/>
              <a:t>lädt</a:t>
            </a:r>
            <a:r>
              <a:rPr dirty="0"/>
              <a:t> CSV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Namen</a:t>
            </a:r>
            <a:r>
              <a:rPr dirty="0"/>
              <a:t> </a:t>
            </a:r>
            <a:r>
              <a:rPr dirty="0" err="1"/>
              <a:t>hoch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2. </a:t>
            </a:r>
            <a:r>
              <a:rPr dirty="0" err="1"/>
              <a:t>FastAPI</a:t>
            </a:r>
            <a:r>
              <a:rPr dirty="0"/>
              <a:t> </a:t>
            </a:r>
            <a:r>
              <a:rPr dirty="0" err="1"/>
              <a:t>validiert</a:t>
            </a:r>
            <a:r>
              <a:rPr dirty="0"/>
              <a:t> </a:t>
            </a:r>
            <a:r>
              <a:rPr dirty="0" err="1"/>
              <a:t>Eingabe</a:t>
            </a:r>
            <a:r>
              <a:rPr dirty="0"/>
              <a:t> und </a:t>
            </a:r>
            <a:r>
              <a:rPr dirty="0" err="1"/>
              <a:t>startet</a:t>
            </a:r>
            <a:r>
              <a:rPr dirty="0"/>
              <a:t> Pipeline.</a:t>
            </a:r>
          </a:p>
          <a:p>
            <a:pPr>
              <a:defRPr sz="1800"/>
            </a:pPr>
            <a:r>
              <a:rPr dirty="0"/>
              <a:t>3. Scraper (Playwright) </a:t>
            </a:r>
            <a:r>
              <a:rPr dirty="0" err="1"/>
              <a:t>ruft</a:t>
            </a:r>
            <a:r>
              <a:rPr dirty="0"/>
              <a:t>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 auf.</a:t>
            </a:r>
          </a:p>
          <a:p>
            <a:pPr>
              <a:defRPr sz="1800"/>
            </a:pPr>
            <a:r>
              <a:rPr dirty="0"/>
              <a:t>4. Text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bereinigt</a:t>
            </a:r>
            <a:r>
              <a:rPr dirty="0"/>
              <a:t>, </a:t>
            </a:r>
            <a:r>
              <a:rPr dirty="0" err="1"/>
              <a:t>Fakten</a:t>
            </a:r>
            <a:r>
              <a:rPr dirty="0"/>
              <a:t> per Regex </a:t>
            </a:r>
            <a:r>
              <a:rPr dirty="0" err="1"/>
              <a:t>erkannt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5. PDF-Fact Sheet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generiert</a:t>
            </a:r>
            <a:r>
              <a:rPr dirty="0"/>
              <a:t> und </a:t>
            </a:r>
            <a:r>
              <a:rPr dirty="0" err="1"/>
              <a:t>gespeichert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6.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abrufbar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Web-Interface.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Risiken &amp; 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Scraping-Fehler → Retry-</a:t>
            </a:r>
            <a:r>
              <a:rPr dirty="0" err="1"/>
              <a:t>Mechanismen</a:t>
            </a:r>
            <a:r>
              <a:rPr dirty="0"/>
              <a:t>, Logging, Timeout.</a:t>
            </a:r>
          </a:p>
          <a:p>
            <a:pPr>
              <a:defRPr sz="1800"/>
            </a:pPr>
            <a:r>
              <a:rPr dirty="0" err="1"/>
              <a:t>Datenqualität</a:t>
            </a:r>
            <a:r>
              <a:rPr dirty="0"/>
              <a:t> → </a:t>
            </a:r>
            <a:r>
              <a:rPr dirty="0" err="1"/>
              <a:t>Bewertung</a:t>
            </a:r>
            <a:r>
              <a:rPr dirty="0"/>
              <a:t> der </a:t>
            </a:r>
            <a:r>
              <a:rPr dirty="0" err="1"/>
              <a:t>Quellen</a:t>
            </a:r>
            <a:r>
              <a:rPr dirty="0"/>
              <a:t> (Confidence Score).</a:t>
            </a:r>
          </a:p>
          <a:p>
            <a:pPr>
              <a:defRPr sz="1800"/>
            </a:pPr>
            <a:r>
              <a:rPr dirty="0"/>
              <a:t>Datenschutz (DSGVO) → Nur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, </a:t>
            </a:r>
            <a:r>
              <a:rPr dirty="0" err="1"/>
              <a:t>keine</a:t>
            </a:r>
            <a:r>
              <a:rPr dirty="0"/>
              <a:t> PII-Logs.</a:t>
            </a:r>
          </a:p>
          <a:p>
            <a:pPr>
              <a:defRPr sz="1800"/>
            </a:pPr>
            <a:r>
              <a:rPr dirty="0" err="1"/>
              <a:t>Zeitplanrisiko</a:t>
            </a:r>
            <a:r>
              <a:rPr dirty="0"/>
              <a:t> → Agile </a:t>
            </a:r>
            <a:r>
              <a:rPr dirty="0" err="1"/>
              <a:t>Entwicklung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klaren</a:t>
            </a:r>
            <a:r>
              <a:rPr dirty="0"/>
              <a:t> Milestones.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Ausblick &amp;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 err="1"/>
              <a:t>Ausbau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</a:t>
            </a:r>
            <a:r>
              <a:rPr dirty="0" err="1"/>
              <a:t>intelligenten</a:t>
            </a:r>
            <a:r>
              <a:rPr dirty="0"/>
              <a:t> OSINT-</a:t>
            </a:r>
            <a:r>
              <a:rPr dirty="0" err="1"/>
              <a:t>Agenten</a:t>
            </a:r>
            <a:r>
              <a:rPr dirty="0"/>
              <a:t>-System.</a:t>
            </a:r>
          </a:p>
          <a:p>
            <a:pPr>
              <a:defRPr sz="1800"/>
            </a:pPr>
            <a:r>
              <a:rPr dirty="0"/>
              <a:t>LLM-Integration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automatischen</a:t>
            </a:r>
            <a:r>
              <a:rPr dirty="0"/>
              <a:t> </a:t>
            </a:r>
            <a:r>
              <a:rPr dirty="0" err="1"/>
              <a:t>Textzusammenfassung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Dashboard </a:t>
            </a:r>
            <a:r>
              <a:rPr dirty="0" err="1"/>
              <a:t>mit</a:t>
            </a:r>
            <a:r>
              <a:rPr dirty="0"/>
              <a:t> Echtzeit-Status &amp; </a:t>
            </a:r>
            <a:r>
              <a:rPr dirty="0" err="1"/>
              <a:t>Quellenanalyse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Open-Source-Basis für Forschung und </a:t>
            </a:r>
            <a:r>
              <a:rPr dirty="0" err="1"/>
              <a:t>Lehrzwecke</a:t>
            </a:r>
            <a:r>
              <a:rPr dirty="0"/>
              <a:t> an der HAW Hamburg.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Benutzerdefinier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TM04033919[[fn=Schaltkreis]]</Template>
  <TotalTime>0</TotalTime>
  <Words>614</Words>
  <Application>Microsoft Office PowerPoint</Application>
  <PresentationFormat>Bildschirmpräsentation (4:3)</PresentationFormat>
  <Paragraphs>73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Wingdings</vt:lpstr>
      <vt:lpstr>Schaltkreis</vt:lpstr>
      <vt:lpstr>LookUpAI – KI-basierte Personenrecherche</vt:lpstr>
      <vt:lpstr>Team &amp; Rollen</vt:lpstr>
      <vt:lpstr>Projektidee</vt:lpstr>
      <vt:lpstr>Zielgruppe &amp; Nutzen</vt:lpstr>
      <vt:lpstr>Projektplan</vt:lpstr>
      <vt:lpstr>Technologieübersicht</vt:lpstr>
      <vt:lpstr>Datenfluss (Beispiel)</vt:lpstr>
      <vt:lpstr>Risiken &amp; Gegenmaßnahmen</vt:lpstr>
      <vt:lpstr>Ausblick &amp; Vision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ak</dc:creator>
  <cp:keywords/>
  <dc:description>generated using python-pptx</dc:description>
  <cp:lastModifiedBy>Kalaf, Ahmad</cp:lastModifiedBy>
  <cp:revision>3</cp:revision>
  <dcterms:created xsi:type="dcterms:W3CDTF">2013-01-27T09:14:16Z</dcterms:created>
  <dcterms:modified xsi:type="dcterms:W3CDTF">2025-10-27T08:12:35Z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2025-10-27T05:27:22Z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2c6cac8d-ab61-47b3-8209-4df2e46aefbc</vt:lpwstr>
  </property>
  <property fmtid="{D5CDD505-2E9C-101B-9397-08002B2CF9AE}" pid="7" name="MSIP_Label_defa4170-0d19-0005-0004-bc88714345d2_ActionId">
    <vt:lpwstr>113db9bd-36a3-4d01-b97a-3bbcd3cea220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