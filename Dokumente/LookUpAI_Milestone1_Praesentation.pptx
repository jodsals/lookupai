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8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3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5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9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5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6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3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6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009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3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8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7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3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4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45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LookUpAI</a:t>
            </a:r>
            <a:r>
              <a:rPr dirty="0"/>
              <a:t> – KI-</a:t>
            </a:r>
            <a:r>
              <a:rPr dirty="0" err="1"/>
              <a:t>basierte</a:t>
            </a:r>
            <a:r>
              <a:rPr lang="de-DE" dirty="0"/>
              <a:t> </a:t>
            </a:r>
            <a:r>
              <a:rPr dirty="0" err="1"/>
              <a:t>Personenrecherche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 err="1">
                <a:solidFill>
                  <a:schemeClr val="tx1"/>
                </a:solidFill>
              </a:rPr>
              <a:t>Projektvorstellung</a:t>
            </a:r>
            <a:r>
              <a:rPr dirty="0">
                <a:solidFill>
                  <a:schemeClr val="tx1"/>
                </a:solidFill>
              </a:rPr>
              <a:t> &amp; </a:t>
            </a:r>
            <a:r>
              <a:rPr dirty="0" err="1">
                <a:solidFill>
                  <a:schemeClr val="tx1"/>
                </a:solidFill>
              </a:rPr>
              <a:t>Technologieplan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HAW Hamburg – Milestone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Team &amp; Rollen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1800"/>
            </a:pPr>
            <a:r>
              <a:rPr lang="de-DE" sz="1800" dirty="0"/>
              <a:t>System Design &amp; Architektur (Entwurf der Systemarchitektur, API-Struktur und Datenflussplanung): Ahmad Kalaf, Jeff Sammy </a:t>
            </a:r>
            <a:r>
              <a:rPr lang="de-DE" sz="1800" dirty="0" err="1"/>
              <a:t>Amevor</a:t>
            </a:r>
            <a:endParaRPr lang="de-DE" sz="1800" dirty="0"/>
          </a:p>
          <a:p>
            <a:pPr>
              <a:defRPr sz="1800"/>
            </a:pPr>
            <a:r>
              <a:rPr lang="de-DE" sz="1800" dirty="0" err="1"/>
              <a:t>Requirement</a:t>
            </a:r>
            <a:r>
              <a:rPr lang="de-DE" sz="1800" dirty="0"/>
              <a:t> Engineering (Sammlung und Analyse der Anforderungen, Spezifikation der Systemfunktionen): Afrane Kwame Berquin, Kehan Majeed</a:t>
            </a:r>
          </a:p>
          <a:p>
            <a:pPr>
              <a:defRPr sz="1800"/>
            </a:pPr>
            <a:r>
              <a:rPr lang="de-DE" sz="1800" dirty="0"/>
              <a:t>Frontend (UI &amp; </a:t>
            </a:r>
            <a:r>
              <a:rPr lang="de-DE" sz="1800" dirty="0" err="1"/>
              <a:t>Graphical</a:t>
            </a:r>
            <a:r>
              <a:rPr lang="de-DE" sz="1800" dirty="0"/>
              <a:t> </a:t>
            </a:r>
            <a:r>
              <a:rPr lang="de-DE" sz="1800" dirty="0" err="1"/>
              <a:t>Visualization</a:t>
            </a:r>
            <a:r>
              <a:rPr lang="de-DE" sz="1800" dirty="0"/>
              <a:t>, Gestaltung und Umsetzung der Benutzeroberfläche, visuelle Darstellung der Ergebnisse): Mubarak Ahmad, Kehan Majeed</a:t>
            </a:r>
          </a:p>
          <a:p>
            <a:pPr>
              <a:defRPr sz="1800"/>
            </a:pPr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Owner</a:t>
            </a:r>
            <a:r>
              <a:rPr lang="de-DE" dirty="0"/>
              <a:t> (</a:t>
            </a:r>
            <a:r>
              <a:rPr lang="de-DE" sz="1800" dirty="0"/>
              <a:t>Gesamtkoordination, Zieldefinition, Priorisierung der Anforderungen): Afrane Kwame Berquin</a:t>
            </a:r>
          </a:p>
          <a:p>
            <a:pPr>
              <a:defRPr sz="1800"/>
            </a:pPr>
            <a:r>
              <a:rPr lang="de-DE" sz="1800" dirty="0"/>
              <a:t>Backend (Datenanalyse &amp; KI-Logik, Implementierung der Backend-Logik, Datenverarbeitung, KI-Modelle und Schnittstellen): Ahmad Kalaf, Mubarak Ahmad, Jeff Sammy </a:t>
            </a:r>
            <a:r>
              <a:rPr lang="de-DE" sz="1800" dirty="0" err="1"/>
              <a:t>Amevor</a:t>
            </a:r>
            <a:endParaRPr lang="de-DE" sz="1800" dirty="0"/>
          </a:p>
          <a:p>
            <a:pPr>
              <a:defRPr sz="1800"/>
            </a:pPr>
            <a:r>
              <a:rPr lang="de-DE" sz="1800" dirty="0" err="1"/>
              <a:t>Continuous</a:t>
            </a:r>
            <a:r>
              <a:rPr lang="de-DE" sz="1800" dirty="0"/>
              <a:t> Integration &amp; </a:t>
            </a:r>
            <a:r>
              <a:rPr lang="de-DE" sz="1800" dirty="0" err="1"/>
              <a:t>Testing</a:t>
            </a:r>
            <a:r>
              <a:rPr lang="de-DE" sz="1800" dirty="0"/>
              <a:t> (Versionskontrolle, Testautomatisierung, </a:t>
            </a:r>
            <a:r>
              <a:rPr lang="de-DE" sz="1800" dirty="0" err="1"/>
              <a:t>Deployment</a:t>
            </a:r>
            <a:r>
              <a:rPr lang="de-DE" sz="1800" dirty="0"/>
              <a:t> und Qualitätssicherung): Jeff Sammy </a:t>
            </a:r>
            <a:r>
              <a:rPr lang="de-DE" sz="1800" dirty="0" err="1"/>
              <a:t>Amevor</a:t>
            </a:r>
            <a:r>
              <a:rPr lang="de-DE" sz="1800" dirty="0"/>
              <a:t>, Kehan Majeed 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Projektidee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Ziel: </a:t>
            </a:r>
            <a:r>
              <a:rPr dirty="0" err="1"/>
              <a:t>Automatisierte</a:t>
            </a:r>
            <a:r>
              <a:rPr dirty="0"/>
              <a:t> </a:t>
            </a:r>
            <a:r>
              <a:rPr dirty="0" err="1"/>
              <a:t>Erstellung</a:t>
            </a:r>
            <a:r>
              <a:rPr dirty="0"/>
              <a:t> </a:t>
            </a:r>
            <a:r>
              <a:rPr dirty="0" err="1"/>
              <a:t>geprüfter</a:t>
            </a:r>
            <a:r>
              <a:rPr dirty="0"/>
              <a:t> </a:t>
            </a:r>
            <a:r>
              <a:rPr dirty="0" err="1"/>
              <a:t>Kurzbiografien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Geschäftspersonen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Problem: </a:t>
            </a:r>
            <a:r>
              <a:rPr dirty="0" err="1"/>
              <a:t>Im</a:t>
            </a:r>
            <a:r>
              <a:rPr dirty="0"/>
              <a:t> Internet </a:t>
            </a:r>
            <a:r>
              <a:rPr dirty="0" err="1"/>
              <a:t>kursieren</a:t>
            </a:r>
            <a:r>
              <a:rPr dirty="0"/>
              <a:t> </a:t>
            </a:r>
            <a:r>
              <a:rPr dirty="0" err="1"/>
              <a:t>viele</a:t>
            </a:r>
            <a:r>
              <a:rPr dirty="0"/>
              <a:t> </a:t>
            </a:r>
            <a:r>
              <a:rPr dirty="0" err="1"/>
              <a:t>unzuverlässige</a:t>
            </a:r>
            <a:r>
              <a:rPr dirty="0"/>
              <a:t> </a:t>
            </a:r>
            <a:r>
              <a:rPr dirty="0" err="1"/>
              <a:t>Informationen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Personen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Lösung</a:t>
            </a:r>
            <a:r>
              <a:rPr dirty="0"/>
              <a:t>: </a:t>
            </a:r>
            <a:r>
              <a:rPr dirty="0" err="1"/>
              <a:t>LookUpAI</a:t>
            </a:r>
            <a:r>
              <a:rPr dirty="0"/>
              <a:t> </a:t>
            </a:r>
            <a:r>
              <a:rPr dirty="0" err="1"/>
              <a:t>durchsucht</a:t>
            </a:r>
            <a:r>
              <a:rPr dirty="0"/>
              <a:t> </a:t>
            </a:r>
            <a:r>
              <a:rPr dirty="0" err="1"/>
              <a:t>öffentliche</a:t>
            </a:r>
            <a:r>
              <a:rPr dirty="0"/>
              <a:t> </a:t>
            </a:r>
            <a:r>
              <a:rPr dirty="0" err="1"/>
              <a:t>Quellen</a:t>
            </a:r>
            <a:r>
              <a:rPr lang="de-DE" dirty="0"/>
              <a:t> (</a:t>
            </a:r>
            <a:r>
              <a:rPr lang="de-DE" sz="1800" dirty="0"/>
              <a:t>Handelsregister, Firmenwebseiten, Google-Ergebnisse</a:t>
            </a:r>
            <a:r>
              <a:rPr lang="de-DE" dirty="0"/>
              <a:t>)</a:t>
            </a:r>
            <a:r>
              <a:rPr dirty="0"/>
              <a:t>, </a:t>
            </a:r>
            <a:r>
              <a:rPr dirty="0" err="1"/>
              <a:t>bewertet</a:t>
            </a:r>
            <a:r>
              <a:rPr dirty="0"/>
              <a:t> </a:t>
            </a:r>
            <a:r>
              <a:rPr dirty="0" err="1"/>
              <a:t>deren</a:t>
            </a:r>
            <a:r>
              <a:rPr dirty="0"/>
              <a:t> </a:t>
            </a:r>
            <a:r>
              <a:rPr dirty="0" err="1"/>
              <a:t>Glaubwürdigkeit</a:t>
            </a:r>
            <a:r>
              <a:rPr dirty="0"/>
              <a:t> und </a:t>
            </a:r>
            <a:r>
              <a:rPr dirty="0" err="1"/>
              <a:t>erstellt</a:t>
            </a:r>
            <a:r>
              <a:rPr dirty="0"/>
              <a:t> </a:t>
            </a:r>
            <a:r>
              <a:rPr dirty="0" err="1"/>
              <a:t>strukturierte</a:t>
            </a:r>
            <a:r>
              <a:rPr dirty="0"/>
              <a:t> Fact Sheets (z. B. PDF).</a:t>
            </a:r>
          </a:p>
          <a:p>
            <a:pPr>
              <a:defRPr sz="1800"/>
            </a:pPr>
            <a:r>
              <a:rPr dirty="0" err="1"/>
              <a:t>Einsatzgebiet</a:t>
            </a:r>
            <a:r>
              <a:rPr dirty="0"/>
              <a:t>: </a:t>
            </a:r>
            <a:r>
              <a:rPr dirty="0" err="1"/>
              <a:t>Vertriebs</a:t>
            </a:r>
            <a:r>
              <a:rPr dirty="0"/>
              <a:t>- und Research-</a:t>
            </a:r>
            <a:r>
              <a:rPr dirty="0" err="1"/>
              <a:t>Abteilungen</a:t>
            </a:r>
            <a:r>
              <a:rPr dirty="0"/>
              <a:t>, Recruiting</a:t>
            </a:r>
            <a:r>
              <a:rPr lang="de-DE" dirty="0"/>
              <a:t> </a:t>
            </a:r>
            <a:r>
              <a:rPr lang="de-DE" dirty="0" err="1"/>
              <a:t>usw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Zielgruppe &amp; Nutzen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Unternehmen</a:t>
            </a:r>
            <a:r>
              <a:rPr dirty="0"/>
              <a:t>, die schnell </a:t>
            </a:r>
            <a:r>
              <a:rPr dirty="0" err="1"/>
              <a:t>verlässliche</a:t>
            </a:r>
            <a:r>
              <a:rPr dirty="0"/>
              <a:t> Hintergrundinformationen </a:t>
            </a:r>
            <a:r>
              <a:rPr dirty="0" err="1"/>
              <a:t>benötigen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Recruiter und </a:t>
            </a:r>
            <a:r>
              <a:rPr dirty="0" err="1"/>
              <a:t>Analysten</a:t>
            </a:r>
            <a:r>
              <a:rPr dirty="0"/>
              <a:t>, die </a:t>
            </a:r>
            <a:r>
              <a:rPr dirty="0" err="1"/>
              <a:t>Personenprofile</a:t>
            </a:r>
            <a:r>
              <a:rPr dirty="0"/>
              <a:t> </a:t>
            </a:r>
            <a:r>
              <a:rPr dirty="0" err="1"/>
              <a:t>prüfen</a:t>
            </a:r>
            <a:r>
              <a:rPr dirty="0"/>
              <a:t> </a:t>
            </a:r>
            <a:r>
              <a:rPr dirty="0" err="1"/>
              <a:t>müssen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Studierende</a:t>
            </a:r>
            <a:r>
              <a:rPr dirty="0"/>
              <a:t> und </a:t>
            </a:r>
            <a:r>
              <a:rPr dirty="0" err="1"/>
              <a:t>Journalisten</a:t>
            </a:r>
            <a:r>
              <a:rPr dirty="0"/>
              <a:t> für </a:t>
            </a:r>
            <a:r>
              <a:rPr dirty="0" err="1"/>
              <a:t>Recherchezwecke</a:t>
            </a:r>
            <a:r>
              <a:rPr dirty="0"/>
              <a:t>.</a:t>
            </a:r>
            <a:endParaRPr lang="de-DE" dirty="0"/>
          </a:p>
          <a:p>
            <a:pPr>
              <a:defRPr sz="1800"/>
            </a:pPr>
            <a:r>
              <a:rPr lang="de-DE" dirty="0"/>
              <a:t>Allgemein Menschen, die sich über den Hintergrund (Lebenslauf) einer anderen Person informieren möchten</a:t>
            </a:r>
            <a:endParaRPr dirty="0"/>
          </a:p>
          <a:p>
            <a:pPr marL="0" indent="0">
              <a:buNone/>
              <a:defRPr sz="1800"/>
            </a:pPr>
            <a:r>
              <a:rPr dirty="0"/>
              <a:t>→ </a:t>
            </a:r>
            <a:r>
              <a:rPr sz="2000" dirty="0" err="1"/>
              <a:t>Zeitersparnis</a:t>
            </a:r>
            <a:r>
              <a:rPr sz="2000" dirty="0"/>
              <a:t>, </a:t>
            </a:r>
            <a:r>
              <a:rPr sz="2000" dirty="0" err="1"/>
              <a:t>Transparenz</a:t>
            </a:r>
            <a:r>
              <a:rPr sz="2000" dirty="0"/>
              <a:t>, </a:t>
            </a:r>
            <a:r>
              <a:rPr sz="2000" dirty="0" err="1"/>
              <a:t>faktenbasierte</a:t>
            </a:r>
            <a:r>
              <a:rPr sz="2000" dirty="0"/>
              <a:t> </a:t>
            </a:r>
            <a:r>
              <a:rPr sz="2000" dirty="0" err="1"/>
              <a:t>Entscheidungen</a:t>
            </a:r>
            <a:r>
              <a:rPr sz="20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215395"/>
            <a:ext cx="7429499" cy="1478570"/>
          </a:xfrm>
        </p:spPr>
        <p:txBody>
          <a:bodyPr/>
          <a:lstStyle/>
          <a:p>
            <a:r>
              <a:rPr dirty="0" err="1"/>
              <a:t>Projektplan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364225"/>
            <a:ext cx="7830740" cy="499724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 sz="1800"/>
            </a:pPr>
            <a:r>
              <a:rPr b="1" dirty="0"/>
              <a:t>Milestone 1 – </a:t>
            </a:r>
            <a:r>
              <a:rPr lang="de-DE" b="1" dirty="0"/>
              <a:t>Projektplan und Technologie </a:t>
            </a:r>
            <a:endParaRPr b="1" dirty="0"/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Tech Stack festlegen (Python, n8n, PostgreSQL)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Projektstruktur, </a:t>
            </a:r>
            <a:r>
              <a:rPr lang="de-DE"/>
              <a:t>Verantwortlichkeiten </a:t>
            </a:r>
          </a:p>
          <a:p>
            <a:pPr marL="0" indent="0">
              <a:buNone/>
              <a:defRPr sz="1800"/>
            </a:pPr>
            <a:r>
              <a:rPr b="1"/>
              <a:t>Milestone </a:t>
            </a:r>
            <a:r>
              <a:rPr b="1" dirty="0"/>
              <a:t>2 – </a:t>
            </a:r>
            <a:r>
              <a:rPr lang="de-DE" b="1" dirty="0"/>
              <a:t>erster Prototyp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CSV-Upload und Validierung über n8n-Workflow implementieren 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Einfaches </a:t>
            </a:r>
            <a:r>
              <a:rPr lang="de-DE" dirty="0" err="1"/>
              <a:t>Scraping</a:t>
            </a:r>
            <a:r>
              <a:rPr lang="de-DE" dirty="0"/>
              <a:t> (1–2 Quellen pro Person) mit n8n-Nodes oder Python-Skripten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Regelbasierte Informationsextraktion (Name, Firma, Rolle) in Python- oder Code-Nodes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Erste PDF-Generierung aus HTML über n8n-Workflow (anstatt </a:t>
            </a:r>
            <a:r>
              <a:rPr lang="de-DE" dirty="0" err="1"/>
              <a:t>WeasyPrint</a:t>
            </a:r>
            <a:r>
              <a:rPr lang="de-DE" dirty="0"/>
              <a:t> direkt)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Automatische Tests und Versionskontrolle via </a:t>
            </a:r>
            <a:r>
              <a:rPr lang="de-DE" dirty="0" err="1"/>
              <a:t>pytest</a:t>
            </a:r>
            <a:r>
              <a:rPr lang="de-DE" dirty="0"/>
              <a:t> &amp; GitHub-Integration</a:t>
            </a:r>
            <a:endParaRPr dirty="0"/>
          </a:p>
          <a:p>
            <a:pPr marL="0" indent="0">
              <a:buNone/>
              <a:defRPr sz="1800"/>
            </a:pPr>
            <a:r>
              <a:rPr b="1" dirty="0"/>
              <a:t>Milestone 3 –</a:t>
            </a:r>
            <a:r>
              <a:rPr lang="de-DE" b="1" dirty="0"/>
              <a:t> zweiter Prototyp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Erweiterung der Pipeline auf mehrere Quellen (automatisiert in n8n)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Einführung einer einfachen Bewertung von Quellen (Confidence Score)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Datenbank-Anbindung (PostgreSQL für Fakten und Rohdaten, über n8n-Nodes)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de-DE" dirty="0"/>
              <a:t>Vorbereitung auf LLM-Integration in späteren Prototypen (z. B. via API-Aufrufe in n8n)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17986"/>
            <a:ext cx="7429499" cy="848391"/>
          </a:xfrm>
        </p:spPr>
        <p:txBody>
          <a:bodyPr/>
          <a:lstStyle/>
          <a:p>
            <a:r>
              <a:rPr dirty="0" err="1"/>
              <a:t>Technologieübersicht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271" y="894736"/>
            <a:ext cx="8116529" cy="58452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e-DE" sz="1600" b="1" dirty="0"/>
              <a:t>Python 3.11+</a:t>
            </a:r>
            <a:br>
              <a:rPr lang="de-DE" sz="1600" dirty="0"/>
            </a:br>
            <a:r>
              <a:rPr lang="de-DE" sz="1600" dirty="0"/>
              <a:t> Hauptsprache – genutzt für individuelle Skripte, KI-Modelle &amp; Spezialverarbeitung.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b="1" dirty="0"/>
              <a:t>n8n (Workflow-Automatisierung &amp; Orchestrierung)</a:t>
            </a:r>
            <a:br>
              <a:rPr lang="de-DE" sz="1600" dirty="0"/>
            </a:br>
            <a:r>
              <a:rPr lang="de-DE" sz="1600" dirty="0"/>
              <a:t> Zentrale Steuerung der gesamten Pipeline:</a:t>
            </a:r>
            <a:br>
              <a:rPr lang="de-DE" sz="1600" dirty="0"/>
            </a:br>
            <a:r>
              <a:rPr lang="de-DE" sz="1600" dirty="0"/>
              <a:t> automatisiert Web-</a:t>
            </a:r>
            <a:r>
              <a:rPr lang="de-DE" sz="1600" dirty="0" err="1"/>
              <a:t>Scraping</a:t>
            </a:r>
            <a:r>
              <a:rPr lang="de-DE" sz="1600" dirty="0"/>
              <a:t>, Datenextraktion, Verarbeitung &amp; PDF-Erstellung.</a:t>
            </a:r>
            <a:br>
              <a:rPr lang="de-DE" sz="1600" dirty="0"/>
            </a:br>
            <a:r>
              <a:rPr lang="de-DE" sz="1600" dirty="0"/>
              <a:t> ersetzt Teile von </a:t>
            </a:r>
            <a:r>
              <a:rPr lang="de-DE" sz="1600" dirty="0" err="1"/>
              <a:t>FastAPI</a:t>
            </a:r>
            <a:r>
              <a:rPr lang="de-DE" sz="1600" dirty="0"/>
              <a:t>, </a:t>
            </a:r>
            <a:r>
              <a:rPr lang="de-DE" sz="1600" dirty="0" err="1"/>
              <a:t>Playwright</a:t>
            </a:r>
            <a:r>
              <a:rPr lang="de-DE" sz="1600" dirty="0"/>
              <a:t>/</a:t>
            </a:r>
            <a:r>
              <a:rPr lang="de-DE" sz="1600" dirty="0" err="1"/>
              <a:t>BeautifulSoup</a:t>
            </a:r>
            <a:r>
              <a:rPr lang="de-DE" sz="1600" dirty="0"/>
              <a:t>, </a:t>
            </a:r>
            <a:r>
              <a:rPr lang="de-DE" sz="1600" dirty="0" err="1"/>
              <a:t>SQLAlchemy</a:t>
            </a:r>
            <a:r>
              <a:rPr lang="de-DE" sz="1600" dirty="0"/>
              <a:t> und </a:t>
            </a:r>
            <a:r>
              <a:rPr lang="de-DE" sz="1600" dirty="0" err="1"/>
              <a:t>WeasyPrint</a:t>
            </a:r>
            <a:r>
              <a:rPr lang="de-DE" sz="1600" dirty="0"/>
              <a:t>.</a:t>
            </a:r>
            <a:br>
              <a:rPr lang="de-DE" sz="1600" dirty="0"/>
            </a:br>
            <a:r>
              <a:rPr lang="de-DE" sz="1600" dirty="0"/>
              <a:t> führt Python-Code, KI-Modelle und Datenbankaktionen direkt in Workflows aus.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b="1" dirty="0"/>
              <a:t>PostgreSQL (Datenhaltung)</a:t>
            </a:r>
            <a:br>
              <a:rPr lang="de-DE" sz="1600" dirty="0"/>
            </a:br>
            <a:r>
              <a:rPr lang="de-DE" sz="1600" dirty="0"/>
              <a:t> Dient als persistente Speicher- und Abrufschicht für strukturierte Fakten &amp; Quellen.</a:t>
            </a:r>
            <a:br>
              <a:rPr lang="de-DE" sz="1600" dirty="0"/>
            </a:br>
            <a:r>
              <a:rPr lang="de-DE" sz="1600" dirty="0"/>
              <a:t> n8n interagiert direkt über integrierte PostgreSQL-Nodes.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1600" b="1" dirty="0" err="1"/>
              <a:t>pytest</a:t>
            </a:r>
            <a:r>
              <a:rPr lang="de-DE" sz="1600" b="1" dirty="0"/>
              <a:t>, </a:t>
            </a:r>
            <a:r>
              <a:rPr lang="de-DE" sz="1600" b="1" dirty="0" err="1"/>
              <a:t>black</a:t>
            </a:r>
            <a:r>
              <a:rPr lang="de-DE" sz="1600" b="1" dirty="0"/>
              <a:t>, </a:t>
            </a:r>
            <a:r>
              <a:rPr lang="de-DE" sz="1600" b="1" dirty="0" err="1"/>
              <a:t>ruff</a:t>
            </a:r>
            <a:r>
              <a:rPr lang="de-DE" sz="1600" b="1" dirty="0"/>
              <a:t>, GitHub</a:t>
            </a:r>
            <a:br>
              <a:rPr lang="de-DE" sz="1600" dirty="0"/>
            </a:br>
            <a:r>
              <a:rPr lang="de-DE" sz="1600" dirty="0"/>
              <a:t> Bleiben zur Sicherstellung von Code-Qualität, Tests &amp; Team-Kollaboration erhalten.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Datenfluss (Beispiel)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1. </a:t>
            </a:r>
            <a:r>
              <a:rPr dirty="0" err="1"/>
              <a:t>Benutzer</a:t>
            </a:r>
            <a:r>
              <a:rPr dirty="0"/>
              <a:t> </a:t>
            </a:r>
            <a:r>
              <a:rPr dirty="0" err="1"/>
              <a:t>lädt</a:t>
            </a:r>
            <a:r>
              <a:rPr dirty="0"/>
              <a:t> CSV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Namen</a:t>
            </a:r>
            <a:r>
              <a:rPr lang="de-DE" dirty="0"/>
              <a:t> und Suchbegriffen</a:t>
            </a:r>
            <a:r>
              <a:rPr dirty="0"/>
              <a:t> </a:t>
            </a:r>
            <a:r>
              <a:rPr dirty="0" err="1"/>
              <a:t>hoch</a:t>
            </a:r>
            <a:r>
              <a:rPr dirty="0"/>
              <a:t>.</a:t>
            </a:r>
          </a:p>
          <a:p>
            <a:pPr marL="0" indent="0">
              <a:buNone/>
              <a:defRPr sz="1800"/>
            </a:pPr>
            <a:r>
              <a:rPr dirty="0"/>
              <a:t>2. </a:t>
            </a:r>
            <a:r>
              <a:rPr dirty="0" err="1"/>
              <a:t>FastAPI</a:t>
            </a:r>
            <a:r>
              <a:rPr dirty="0"/>
              <a:t> </a:t>
            </a:r>
            <a:r>
              <a:rPr dirty="0" err="1"/>
              <a:t>validiert</a:t>
            </a:r>
            <a:r>
              <a:rPr dirty="0"/>
              <a:t> </a:t>
            </a:r>
            <a:r>
              <a:rPr dirty="0" err="1"/>
              <a:t>Eingabe</a:t>
            </a:r>
            <a:r>
              <a:rPr dirty="0"/>
              <a:t> und </a:t>
            </a:r>
            <a:r>
              <a:rPr dirty="0" err="1"/>
              <a:t>startet</a:t>
            </a:r>
            <a:r>
              <a:rPr dirty="0"/>
              <a:t> Pipeline</a:t>
            </a:r>
            <a:r>
              <a:rPr lang="de-DE" dirty="0"/>
              <a:t> (n8n Workflow)</a:t>
            </a:r>
            <a:endParaRPr dirty="0"/>
          </a:p>
          <a:p>
            <a:pPr marL="0" indent="0">
              <a:buNone/>
              <a:defRPr sz="1800"/>
            </a:pPr>
            <a:r>
              <a:rPr dirty="0"/>
              <a:t>3. Scraper (Playwright) </a:t>
            </a:r>
            <a:r>
              <a:rPr dirty="0" err="1"/>
              <a:t>ruft</a:t>
            </a:r>
            <a:r>
              <a:rPr dirty="0"/>
              <a:t> </a:t>
            </a:r>
            <a:r>
              <a:rPr dirty="0" err="1"/>
              <a:t>öffentliche</a:t>
            </a:r>
            <a:r>
              <a:rPr dirty="0"/>
              <a:t> </a:t>
            </a:r>
            <a:r>
              <a:rPr dirty="0" err="1"/>
              <a:t>Quellen</a:t>
            </a:r>
            <a:r>
              <a:rPr dirty="0"/>
              <a:t> auf</a:t>
            </a:r>
            <a:r>
              <a:rPr lang="de-DE" dirty="0"/>
              <a:t> (n8n Workflow)</a:t>
            </a:r>
            <a:endParaRPr dirty="0"/>
          </a:p>
          <a:p>
            <a:pPr marL="0" indent="0">
              <a:buNone/>
              <a:defRPr sz="1800"/>
            </a:pPr>
            <a:r>
              <a:rPr dirty="0"/>
              <a:t>4. Text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bereinigt</a:t>
            </a:r>
            <a:r>
              <a:rPr dirty="0"/>
              <a:t>, </a:t>
            </a:r>
            <a:r>
              <a:rPr dirty="0" err="1"/>
              <a:t>Fakten</a:t>
            </a:r>
            <a:r>
              <a:rPr dirty="0"/>
              <a:t> per Regex </a:t>
            </a:r>
            <a:r>
              <a:rPr dirty="0" err="1"/>
              <a:t>erkannt</a:t>
            </a:r>
            <a:r>
              <a:rPr dirty="0"/>
              <a:t>.</a:t>
            </a:r>
          </a:p>
          <a:p>
            <a:pPr marL="0" indent="0">
              <a:buNone/>
              <a:defRPr sz="1800"/>
            </a:pPr>
            <a:r>
              <a:rPr dirty="0"/>
              <a:t>5. PDF-Fact Sheet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generiert</a:t>
            </a:r>
            <a:r>
              <a:rPr dirty="0"/>
              <a:t> und </a:t>
            </a:r>
            <a:r>
              <a:rPr dirty="0" err="1"/>
              <a:t>gespeichert</a:t>
            </a:r>
            <a:r>
              <a:rPr dirty="0"/>
              <a:t>.</a:t>
            </a:r>
          </a:p>
          <a:p>
            <a:pPr marL="0" indent="0">
              <a:buNone/>
              <a:defRPr sz="1800"/>
            </a:pPr>
            <a:r>
              <a:rPr dirty="0"/>
              <a:t>6.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abrufbar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Web-Interface.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Risiken &amp; Gegenmaßnahmen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Scraping-Fehler → Retry-</a:t>
            </a:r>
            <a:r>
              <a:rPr dirty="0" err="1"/>
              <a:t>Mechanismen</a:t>
            </a:r>
            <a:r>
              <a:rPr dirty="0"/>
              <a:t>, Logging, Timeout.</a:t>
            </a:r>
          </a:p>
          <a:p>
            <a:pPr>
              <a:defRPr sz="1800"/>
            </a:pPr>
            <a:r>
              <a:rPr dirty="0" err="1"/>
              <a:t>Datenqualität</a:t>
            </a:r>
            <a:r>
              <a:rPr dirty="0"/>
              <a:t> → </a:t>
            </a:r>
            <a:r>
              <a:rPr dirty="0" err="1"/>
              <a:t>Bewertung</a:t>
            </a:r>
            <a:r>
              <a:rPr dirty="0"/>
              <a:t> der </a:t>
            </a:r>
            <a:r>
              <a:rPr dirty="0" err="1"/>
              <a:t>Quellen</a:t>
            </a:r>
            <a:r>
              <a:rPr dirty="0"/>
              <a:t> (Confidence Score).</a:t>
            </a:r>
          </a:p>
          <a:p>
            <a:pPr>
              <a:defRPr sz="1800"/>
            </a:pPr>
            <a:r>
              <a:rPr dirty="0"/>
              <a:t>Datenschutz (DSGVO) → Nur </a:t>
            </a:r>
            <a:r>
              <a:rPr dirty="0" err="1"/>
              <a:t>öffentliche</a:t>
            </a:r>
            <a:r>
              <a:rPr dirty="0"/>
              <a:t> </a:t>
            </a:r>
            <a:r>
              <a:rPr dirty="0" err="1"/>
              <a:t>Quellen</a:t>
            </a:r>
            <a:r>
              <a:rPr dirty="0"/>
              <a:t>, </a:t>
            </a:r>
            <a:r>
              <a:rPr dirty="0" err="1"/>
              <a:t>keine</a:t>
            </a:r>
            <a:r>
              <a:rPr dirty="0"/>
              <a:t> PII-Logs.</a:t>
            </a:r>
          </a:p>
          <a:p>
            <a:pPr>
              <a:defRPr sz="1800"/>
            </a:pPr>
            <a:r>
              <a:rPr dirty="0" err="1"/>
              <a:t>Zeitplanrisiko</a:t>
            </a:r>
            <a:r>
              <a:rPr dirty="0"/>
              <a:t> → Agile </a:t>
            </a:r>
            <a:r>
              <a:rPr dirty="0" err="1"/>
              <a:t>Entwicklung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klaren</a:t>
            </a:r>
            <a:r>
              <a:rPr dirty="0"/>
              <a:t> Milestones.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Ausbau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intelligenten</a:t>
            </a:r>
            <a:r>
              <a:rPr dirty="0"/>
              <a:t> OSINT-</a:t>
            </a:r>
            <a:r>
              <a:rPr dirty="0" err="1"/>
              <a:t>Agenten</a:t>
            </a:r>
            <a:r>
              <a:rPr dirty="0"/>
              <a:t>-System.</a:t>
            </a:r>
          </a:p>
          <a:p>
            <a:pPr>
              <a:defRPr sz="1800"/>
            </a:pPr>
            <a:r>
              <a:rPr dirty="0"/>
              <a:t>LLM-Integration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automatischen</a:t>
            </a:r>
            <a:r>
              <a:rPr dirty="0"/>
              <a:t> </a:t>
            </a:r>
            <a:r>
              <a:rPr dirty="0" err="1"/>
              <a:t>Textzusammenfassung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Dashboard </a:t>
            </a:r>
            <a:r>
              <a:rPr dirty="0" err="1"/>
              <a:t>mit</a:t>
            </a:r>
            <a:r>
              <a:rPr dirty="0"/>
              <a:t> Echtzeit-Status &amp; </a:t>
            </a:r>
            <a:r>
              <a:rPr dirty="0" err="1"/>
              <a:t>Quellenanalyse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Open-Source-Basis für Forschung und </a:t>
            </a:r>
            <a:r>
              <a:rPr dirty="0" err="1"/>
              <a:t>Lehrzwecke</a:t>
            </a:r>
            <a:r>
              <a:rPr dirty="0"/>
              <a:t> an der HAW Hamburg.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Benutzerdefinier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626</Words>
  <Application>Microsoft Office PowerPoint</Application>
  <PresentationFormat>Bildschirmpräsentation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Wingdings</vt:lpstr>
      <vt:lpstr>Schaltkreis</vt:lpstr>
      <vt:lpstr>LookUpAI – KI-basierte Personenrecherche</vt:lpstr>
      <vt:lpstr>Team &amp; Rollen</vt:lpstr>
      <vt:lpstr>Projektidee</vt:lpstr>
      <vt:lpstr>Zielgruppe &amp; Nutzen</vt:lpstr>
      <vt:lpstr>Projektplan</vt:lpstr>
      <vt:lpstr>Technologieübersicht</vt:lpstr>
      <vt:lpstr>Datenfluss (Beispiel)</vt:lpstr>
      <vt:lpstr>Risiken &amp; Gegenmaßnahmen</vt:lpstr>
      <vt:lpstr>Ausblick &amp; Vision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</dc:creator>
  <cp:keywords/>
  <dc:description>generated using python-pptx</dc:description>
  <cp:lastModifiedBy>Kalaf, Ahmad</cp:lastModifiedBy>
  <cp:revision>7</cp:revision>
  <dcterms:created xsi:type="dcterms:W3CDTF">2013-01-27T09:14:16Z</dcterms:created>
  <dcterms:modified xsi:type="dcterms:W3CDTF">2025-10-27T08:49:54Z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2025-10-27T05:27:22Z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113db9bd-36a3-4d01-b97a-3bbcd3cea220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